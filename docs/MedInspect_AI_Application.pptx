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8b122f42674aaa" /><Relationship Type="http://schemas.openxmlformats.org/officeDocument/2006/relationships/extended-properties" Target="/docProps/app.xml" Id="Rbbc3b8bd680347b5" /><Relationship Type="http://schemas.openxmlformats.org/officeDocument/2006/relationships/officeDocument" Target="/ppt/presentation.xml" Id="Rfc2d9c2d14144e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5acc0b559b4273"/>
  </p:sldMasterIdLst>
  <p:notesMasterIdLst>
    <p:notesMasterId xmlns:r="http://schemas.openxmlformats.org/officeDocument/2006/relationships" r:id="Rcaa4c08166854343"/>
  </p:notesMasterIdLst>
  <p:sldIdLst>
    <p:sldId xmlns:r="http://schemas.openxmlformats.org/officeDocument/2006/relationships" id="256" r:id="R1f03c0749a7141e6"/>
    <p:sldId xmlns:r="http://schemas.openxmlformats.org/officeDocument/2006/relationships" id="257" r:id="R5a96377296a741d5"/>
    <p:sldId xmlns:r="http://schemas.openxmlformats.org/officeDocument/2006/relationships" id="258" r:id="Rcfabc88da7974504"/>
    <p:sldId xmlns:r="http://schemas.openxmlformats.org/officeDocument/2006/relationships" id="259" r:id="Rc05dc751142a4444"/>
    <p:sldId xmlns:r="http://schemas.openxmlformats.org/officeDocument/2006/relationships" id="260" r:id="Re24a8ab9595b4a3e"/>
    <p:sldId xmlns:r="http://schemas.openxmlformats.org/officeDocument/2006/relationships" id="261" r:id="R0cb9e15b2e43408f"/>
    <p:sldId xmlns:r="http://schemas.openxmlformats.org/officeDocument/2006/relationships" id="262" r:id="Rd09d8abd1b7c4b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25fbc78fe8447c" /><Relationship Type="http://schemas.openxmlformats.org/officeDocument/2006/relationships/slideMaster" Target="/ppt/slideMasters/slideMaster1.xml" Id="R685acc0b559b4273" /><Relationship Type="http://schemas.openxmlformats.org/officeDocument/2006/relationships/notesMaster" Target="/ppt/notesMasters/notesMaster1.xml" Id="Rcaa4c08166854343" /><Relationship Type="http://schemas.openxmlformats.org/officeDocument/2006/relationships/presProps" Target="/ppt/presProps.xml" Id="Ra7150082cd9c4a21" /><Relationship Type="http://schemas.openxmlformats.org/officeDocument/2006/relationships/tableStyles" Target="/ppt/tableStyles.xml" Id="R66973b0bd9414f89" /><Relationship Type="http://schemas.openxmlformats.org/officeDocument/2006/relationships/slide" Target="/ppt/slides/slide1.xml" Id="R1f03c0749a7141e6" /><Relationship Type="http://schemas.openxmlformats.org/officeDocument/2006/relationships/slide" Target="/ppt/slides/slide2.xml" Id="R5a96377296a741d5" /><Relationship Type="http://schemas.openxmlformats.org/officeDocument/2006/relationships/slide" Target="/ppt/slides/slide3.xml" Id="Rcfabc88da7974504" /><Relationship Type="http://schemas.openxmlformats.org/officeDocument/2006/relationships/slide" Target="/ppt/slides/slide4.xml" Id="Rc05dc751142a4444" /><Relationship Type="http://schemas.openxmlformats.org/officeDocument/2006/relationships/slide" Target="/ppt/slides/slide5.xml" Id="Re24a8ab9595b4a3e" /><Relationship Type="http://schemas.openxmlformats.org/officeDocument/2006/relationships/slide" Target="/ppt/slides/slide6.xml" Id="R0cb9e15b2e43408f" /><Relationship Type="http://schemas.openxmlformats.org/officeDocument/2006/relationships/slide" Target="/ppt/slides/slide7.xml" Id="Rd09d8abd1b7c4b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481e86f1aa4b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e71d44c5784ad3" /><Relationship Type="http://schemas.openxmlformats.org/officeDocument/2006/relationships/notesMaster" Target="/ppt/notesMasters/notesMaster1.xml" Id="R3a88c409dda245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9c328f2ec94d2b" /><Relationship Type="http://schemas.openxmlformats.org/officeDocument/2006/relationships/notesMaster" Target="/ppt/notesMasters/notesMaster1.xml" Id="R8c30c79acd8f4f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433e95350346a6" /><Relationship Type="http://schemas.openxmlformats.org/officeDocument/2006/relationships/notesMaster" Target="/ppt/notesMasters/notesMaster1.xml" Id="Rffb8da8045f242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8c69dc55b2496b" /><Relationship Type="http://schemas.openxmlformats.org/officeDocument/2006/relationships/notesMaster" Target="/ppt/notesMasters/notesMaster1.xml" Id="R4aa7201b64204b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3a6fd3f09e46eb" /><Relationship Type="http://schemas.openxmlformats.org/officeDocument/2006/relationships/notesMaster" Target="/ppt/notesMasters/notesMaster1.xml" Id="Rec5c5f1367c445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61e09511004f4d" /><Relationship Type="http://schemas.openxmlformats.org/officeDocument/2006/relationships/notesMaster" Target="/ppt/notesMasters/notesMaster1.xml" Id="Re78563e5234a4c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bfdad4e5db42a2" /><Relationship Type="http://schemas.openxmlformats.org/officeDocument/2006/relationships/notesMaster" Target="/ppt/notesMasters/notesMaster1.xml" Id="R94ed8a37ad0443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team-supplied technical development plan. Team names were not provided. This deck reflects application-stage work. The team must supply genuine model and evaluation evidence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MedInspect_AI_Technical_Development_Plan.docx supplied by the team. Application evidence: app.py, src/, tests/, docs/person_two_status.md in this repository. Status: application stage, real model integration and public demo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MedInspect_AI_Technical_Development_Plan.docx supplied by the team. Application evidence: app.py, src/, tests/, docs/person_two_status.md in this repository. Status: application stage, real model integration and public demo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dataset: https://huggingface.co/datasets/purdueviperlab/Surgical_Instruments_Unsupervised_Defect_Detection</a:t>
            </a:r>
          </a:p>
          <a:p xmlns:a="http://schemas.openxmlformats.org/drawingml/2006/main">
            <a:r>
              <a:t>PatchCore reference: https://anomalib.readthedocs.io/en/latest/markdown/guides/reference/models/image/patchcore.html</a:t>
            </a:r>
          </a:p>
          <a:p xmlns:a="http://schemas.openxmlformats.org/drawingml/2006/main">
            <a:r>
              <a:t>No dataset downloads, class selection, model training, or measured performance are claimed by Person Two.</a:t>
            </a:r>
          </a:p>
          <a:p xmlns:a="http://schemas.openxmlformats.org/drawingml/2006/main">
            <a:r>
              <a:t>Source: MedInspect_AI_Technical_Development_Plan.docx supplied by the team. Application evidence: app.py, src/, tests/, docs/person_two_status.md in this repository. Status: application stage, real model integration and public demo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actual local app in its awaiting-model state, captured by scripts/check_browser.cjs. The screenshot does not demonstrate a trained model or anomaly prediction.</a:t>
            </a:r>
          </a:p>
          <a:p xmlns:a="http://schemas.openxmlformats.org/drawingml/2006/main">
            <a:r>
              <a:t>Source: MedInspect_AI_Technical_Development_Plan.docx supplied by the team. Application evidence: app.py, src/, tests/, docs/person_two_status.md in this repository. Status: application stage, real model integration and public demo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MedInspect_AI_Technical_Development_Plan.docx supplied by the team. Application evidence: app.py, src/, tests/, docs/person_two_status.md in this repository. Status: application stage, real model integration and public demo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MedInspect_AI_Technical_Development_Plan.docx supplied by the team. Application evidence: app.py, src/, tests/, docs/person_two_status.md in this repository. Status: application stage, real model integration and public demo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e6dbe5cd974e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09b4e188c4b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d31e8b33b4e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99c895ee24c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dd52d4e5341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0f8f1940a41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6BF10D-A6BA-4CB0-A763-017823DD41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DDF987-2DC8-4C1A-9524-5486152146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0AF37B7-514E-466F-82B1-8795710194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269307-094A-446B-BED9-C163A3C7CF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1A90A38-E02B-4A45-857E-A306446C18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79E1F2-D9E0-4D44-B40F-8D81B90D3B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5AB50B-E8E8-4DFC-982A-69FE46AED1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535CC4-BC71-49D6-B1C1-068C0516D7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9A4F34-CFC4-42F0-BFD2-CC4A522104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CC45FC-0AD5-4E1A-BCCE-51C19E4360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8bf1463e03445f" /><Relationship Type="http://schemas.openxmlformats.org/officeDocument/2006/relationships/slideLayout" Target="/ppt/slideLayouts/slideLayout1.xml" Id="R3d602fd6c1484eec" /><Relationship Type="http://schemas.openxmlformats.org/officeDocument/2006/relationships/slideLayout" Target="/ppt/slideLayouts/slideLayout2.xml" Id="Rf5c1ffeadd914b5e" /><Relationship Type="http://schemas.openxmlformats.org/officeDocument/2006/relationships/slideLayout" Target="/ppt/slideLayouts/slideLayout3.xml" Id="Rb2416c8ad7e94dfd" /><Relationship Type="http://schemas.openxmlformats.org/officeDocument/2006/relationships/slideLayout" Target="/ppt/slideLayouts/slideLayout4.xml" Id="R81c8e456244b4137" /><Relationship Type="http://schemas.openxmlformats.org/officeDocument/2006/relationships/slideLayout" Target="/ppt/slideLayouts/slideLayout5.xml" Id="R84826ee3de0b4670" /><Relationship Type="http://schemas.openxmlformats.org/officeDocument/2006/relationships/slideLayout" Target="/ppt/slideLayouts/slideLayout6.xml" Id="Rcc2899a254bf49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602fd6c1484eec"/>
    <p:sldLayoutId xmlns:r="http://schemas.openxmlformats.org/officeDocument/2006/relationships" id="2147483650" r:id="Rf5c1ffeadd914b5e"/>
    <p:sldLayoutId xmlns:r="http://schemas.openxmlformats.org/officeDocument/2006/relationships" id="2147483651" r:id="Rb2416c8ad7e94dfd"/>
    <p:sldLayoutId xmlns:r="http://schemas.openxmlformats.org/officeDocument/2006/relationships" id="2147483652" r:id="R81c8e456244b4137"/>
    <p:sldLayoutId xmlns:r="http://schemas.openxmlformats.org/officeDocument/2006/relationships" id="2147483653" r:id="R84826ee3de0b4670"/>
    <p:sldLayoutId xmlns:r="http://schemas.openxmlformats.org/officeDocument/2006/relationships" id="2147483654" r:id="Rcc2899a254bf49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986ee1b4364207" /><Relationship Type="http://schemas.openxmlformats.org/officeDocument/2006/relationships/notesSlide" Target="/ppt/notesSlides/notesSlide1.xml" Id="R39ad741b13034e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b576a4ca194ef6" /><Relationship Type="http://schemas.openxmlformats.org/officeDocument/2006/relationships/notesSlide" Target="/ppt/notesSlides/notesSlide2.xml" Id="Rd13ed218b9d045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9bdbac1c8949f8" /><Relationship Type="http://schemas.openxmlformats.org/officeDocument/2006/relationships/notesSlide" Target="/ppt/notesSlides/notesSlide3.xml" Id="R9da6dde51d4f4d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d190bfb33648ce" /><Relationship Type="http://schemas.openxmlformats.org/officeDocument/2006/relationships/notesSlide" Target="/ppt/notesSlides/notesSlide4.xml" Id="Rf7c2dd4e037244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330a5c444348ab" /><Relationship Type="http://schemas.openxmlformats.org/officeDocument/2006/relationships/image" Target="/ppt/media/image.png" Id="R768917da36424512" /><Relationship Type="http://schemas.openxmlformats.org/officeDocument/2006/relationships/notesSlide" Target="/ppt/notesSlides/notesSlide5.xml" Id="Recc50b9bcc894d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9d7a11b2a480b" /><Relationship Type="http://schemas.openxmlformats.org/officeDocument/2006/relationships/notesSlide" Target="/ppt/notesSlides/notesSlide6.xml" Id="R5714165779ec47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8a1c67bc0c471e" /><Relationship Type="http://schemas.openxmlformats.org/officeDocument/2006/relationships/notesSlide" Target="/ppt/notesSlides/notesSlide7.xml" Id="R1ff1b544a1b447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93300-0E3C-452C-BC98-FB0B287D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MedInspect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4F095-D9FD-4E17-B25C-CA9425B1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CECF0"/>
                </a:solidFill>
                <a:latin typeface="Arial"/>
                <a:ea typeface="Arial"/>
                <a:cs typeface="Arial"/>
              </a:rPr>
              <a:t>AI-assisted surgical instrument inspection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6E9B2-173C-48D8-8EBA-51C8EA83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3D4D9"/>
                </a:solidFill>
                <a:latin typeface="Arial"/>
                <a:ea typeface="Arial"/>
                <a:cs typeface="Arial"/>
              </a:rPr>
              <a:t>DevFest Samsun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A7F15-FDF6-48E5-98DF-0E03AFE5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 One: AI and dataset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 Two: application and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58C58-4B2A-4778-9222-DD90626E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6D1DD"/>
                </a:solidFill>
                <a:latin typeface="Arial"/>
                <a:ea typeface="Arial"/>
                <a:cs typeface="Arial"/>
              </a:rPr>
              <a:t>Research prototype with human review</a:t>
            </a:r>
          </a:p>
        </p:txBody>
      </p:sp>
    </p:spTree>
    <p:extLst>
      <p:ext uri="{BB962C8B-B14F-4D97-AF65-F5344CB8AC3E}">
        <p14:creationId xmlns:p14="http://schemas.microsoft.com/office/powerpoint/2010/main" val="20637202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FE02D-1C28-4F1F-862F-7F4674F7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0"/>
                </a:solidFill>
                <a:latin typeface="Arial"/>
                <a:ea typeface="Arial"/>
                <a:cs typeface="Arial"/>
              </a:rPr>
              <a:t>Visible instrument inspection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56FA0-3B58-4F5B-8FDA-D50714B4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381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 reviewable record</a:t>
            </a:r>
          </a:p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for each image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1FB25-E482-4DFF-BF6B-9DD28F43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40"/>
                </a:solidFill>
                <a:latin typeface="Arial"/>
                <a:ea typeface="Arial"/>
                <a:cs typeface="Arial"/>
              </a:rPr>
              <a:t>Inspection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7921D-207D-4081-8C12-42998BFD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9800"/>
            <a:ext cx="542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The operator identifies the batch, instrument, and supported class before screening.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6563A-C991-468A-A52B-2B126702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40"/>
                </a:solidFill>
                <a:latin typeface="Arial"/>
                <a:ea typeface="Arial"/>
                <a:cs typeface="Arial"/>
              </a:rPr>
              <a:t>Human 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8C754-1EA5-4F18-856B-4F892859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The operator reviews suspicious regions and records a decision with the model evidence.</a:t>
            </a:r>
          </a:p>
        </p:txBody>
      </p:sp>
    </p:spTree>
    <p:extLst>
      <p:ext uri="{BB962C8B-B14F-4D97-AF65-F5344CB8AC3E}">
        <p14:creationId xmlns:p14="http://schemas.microsoft.com/office/powerpoint/2010/main" val="652289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E7E13-2BBC-4129-9747-6B3334AE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0"/>
                </a:solidFill>
                <a:latin typeface="Arial"/>
                <a:ea typeface="Arial"/>
                <a:cs typeface="Arial"/>
              </a:rPr>
              <a:t>Application and model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47F94-E883-44A7-B941-6B324F33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Person Two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CDA80-17A3-4C55-9B75-52E6C2FB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4857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Upload and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Artifact verification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Heatmap and operator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Session CSV export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F82EC-1339-4F05-BCB4-8BE8F43C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81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Person 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C5AD7-488A-4438-9E2F-5EC90470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28850"/>
            <a:ext cx="4857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Saved PatchCore memory bank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Cached loading and transforms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Real score and aligned map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Validation threshold and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4ED11-E29B-4AE8-A722-B0DBC87D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Shared API: inspect_image(PIL RGB image)</a:t>
            </a:r>
          </a:p>
        </p:txBody>
      </p:sp>
    </p:spTree>
    <p:extLst>
      <p:ext uri="{BB962C8B-B14F-4D97-AF65-F5344CB8AC3E}">
        <p14:creationId xmlns:p14="http://schemas.microsoft.com/office/powerpoint/2010/main" val="889386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0B37A-F685-4063-A853-6B7E2E2B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0"/>
                </a:solidFill>
                <a:latin typeface="Arial"/>
                <a:ea typeface="Arial"/>
                <a:cs typeface="Arial"/>
              </a:rPr>
              <a:t>Dataset and PatchCore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C1FA6-94C4-459D-9F09-043C6DD9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Planned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C88FA-F8CC-46DB-A642-6CD87862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Purdue surgical instrument dataset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One supported class for the prototype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PatchCore normal feature memory bank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20B49-ABAD-470B-954D-B002D002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Person One's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B0094-6E99-447D-898D-3B7F2A48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Selected class and split counts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Usage restrictions and simulated defects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Saved artifact and calibrated threshold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10AAE-7CA5-49FD-8684-59E380B4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Dataset preparation and real model integration remain pending in this branch</a:t>
            </a:r>
          </a:p>
        </p:txBody>
      </p:sp>
    </p:spTree>
    <p:extLst>
      <p:ext uri="{BB962C8B-B14F-4D97-AF65-F5344CB8AC3E}">
        <p14:creationId xmlns:p14="http://schemas.microsoft.com/office/powerpoint/2010/main" val="1051676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4A8F3-39B2-4358-9B4B-6C2CF6A1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0"/>
                </a:solidFill>
                <a:latin typeface="Arial"/>
                <a:ea typeface="Arial"/>
                <a:cs typeface="Arial"/>
              </a:rPr>
              <a:t>Inspection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63D81-BE82-4D2C-9C7E-874B0CA5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191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1   Identify the instrument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2   Upload and analyze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3   Review the score and map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4   Record a human decision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5   Export the session CSV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93ADD-DF50-4996-AABD-51904D1382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917da36424512"/>
          <a:stretch xmlns:a="http://schemas.openxmlformats.org/drawingml/2006/main"/>
        </p:blipFill>
        <p:spPr>
          <a:xfrm xmlns:a="http://schemas.openxmlformats.org/drawingml/2006/main">
            <a:off x="5279027" y="1466850"/>
            <a:ext cx="6244046" cy="4552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7A6D4-8153-42CF-8EC5-B4BE0D4A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191250"/>
            <a:ext cx="624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Actual app UI while model integration is pending</a:t>
            </a:r>
          </a:p>
        </p:txBody>
      </p:sp>
    </p:spTree>
    <p:extLst>
      <p:ext uri="{BB962C8B-B14F-4D97-AF65-F5344CB8AC3E}">
        <p14:creationId xmlns:p14="http://schemas.microsoft.com/office/powerpoint/2010/main" val="19601207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C024A-BE64-47D4-BB62-23EE428A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0"/>
                </a:solidFill>
                <a:latin typeface="Arial"/>
                <a:ea typeface="Arial"/>
                <a:cs typeface="Arial"/>
              </a:rPr>
              <a:t>Evaluation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B4347-5073-4F3B-B156-81E57FC4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36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36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36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36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36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36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36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36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36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Model results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66428-CB7B-4255-A4AF-BCDD84CB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40"/>
                </a:solidFill>
                <a:latin typeface="Arial"/>
                <a:ea typeface="Arial"/>
                <a:cs typeface="Arial"/>
              </a:rPr>
              <a:t>Application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8D79C-8901-472E-A06A-EED24A29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Upload errors, API validation, heatmap alignment, independent review, and CSV integrity have automated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705F6-D7C5-4961-A1EA-FED46D39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40"/>
                </a:solidFill>
                <a:latin typeface="Arial"/>
                <a:ea typeface="Arial"/>
                <a:cs typeface="Arial"/>
              </a:rPr>
              <a:t>Required from held-out images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26B25-8F78-4EE2-952C-641A961C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TP / FP / TN / FN, recall, precision, F1, false-positive rate, AUROC, localization, and measured latency.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7CFAA-4314-4FA5-AC36-6E67B8A2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UI fixtures establish application behavior. Real inference and accuracy await Person One's model.</a:t>
            </a:r>
          </a:p>
        </p:txBody>
      </p:sp>
    </p:spTree>
    <p:extLst>
      <p:ext uri="{BB962C8B-B14F-4D97-AF65-F5344CB8AC3E}">
        <p14:creationId xmlns:p14="http://schemas.microsoft.com/office/powerpoint/2010/main" val="4975743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5565E-10F0-4829-80B9-2A18972B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0"/>
                </a:solidFill>
                <a:latin typeface="Arial"/>
                <a:ea typeface="Arial"/>
                <a:cs typeface="Arial"/>
              </a:rPr>
              <a:t>Release gates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E2419-40FA-4764-B8AB-B0745124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Before a public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7BEA7-B749-45D5-AE21-3B7B4CC9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953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Integrate the real model and dependencies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Verify unseen-image inference and reload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Deploy and check the complete review 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Record the actual app and export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D337D-3F39-4F5A-852C-DB13DECE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Limits to communicate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F860C-0A9F-4A3E-9BFD-FD528F8A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953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Lighting and background can affect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Only the supported class can be screened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History lasts for the current session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0"/>
                </a:solidFill>
                <a:latin typeface="Arial"/>
                <a:ea typeface="Arial"/>
                <a:cs typeface="Arial"/>
              </a:rPr>
              <a:t>No safety or sterility certification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82CF8-A19B-4649-860E-3E51B3A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The current branch has no verified public inference link</a:t>
            </a:r>
          </a:p>
        </p:txBody>
      </p:sp>
    </p:spTree>
    <p:extLst>
      <p:ext uri="{BB962C8B-B14F-4D97-AF65-F5344CB8AC3E}">
        <p14:creationId xmlns:p14="http://schemas.microsoft.com/office/powerpoint/2010/main" val="1474390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2026-10-24T13:47:44.7200000Z</dcterms:created>
  <dcterms:modified xsi:type="dcterms:W3CDTF">2026-10-24T13:47:44.7200000Z</dcterms:modified>
</coreProperties>
</file>